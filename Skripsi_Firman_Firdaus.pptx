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447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2447"/>
                </a:solidFill>
                <a:latin typeface="Calibri"/>
              </a:rPr>
              <a:t>Sebaran Test Case per Kategori (Total 61 TC — Pass Rate 100%)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Test Case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44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Autentikasi</c:v>
                </c:pt>
                <c:pt idx="1">
                  <c:v>Data Rekam</c:v>
                </c:pt>
                <c:pt idx="2">
                  <c:v>SILPANA</c:v>
                </c:pt>
                <c:pt idx="3">
                  <c:v>Aktivitas SIAK</c:v>
                </c:pt>
                <c:pt idx="4">
                  <c:v>Health/Sec</c:v>
                </c:pt>
                <c:pt idx="5">
                  <c:v>CORS</c:v>
                </c:pt>
                <c:pt idx="6">
                  <c:v>Error/Infra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8</c:v>
                </c:pt>
                <c:pt idx="2">
                  <c:v>7</c:v>
                </c:pt>
                <c:pt idx="3">
                  <c:v>4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FF-4025-84B1-DB4CD3BEAC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2447"/>
                </a:solidFill>
                <a:latin typeface="Calibri"/>
              </a:defRPr>
            </a:pPr>
            <a:r>
              <a:rPr lang="fi-FI" sz="1250" b="0" i="0" u="none" strike="noStrike">
                <a:solidFill>
                  <a:srgbClr val="0B2447"/>
                </a:solidFill>
                <a:latin typeface="Calibri"/>
              </a:rPr>
              <a:t>Waktu Pemrosesan Laporan Bulanan (menit)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Waktu Proses (detik)</c:v>
                </c:pt>
              </c:strCache>
            </c:strRef>
          </c:tx>
          <c:spPr>
            <a:solidFill>
              <a:srgbClr val="5B7A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7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23C-46C6-925C-BAC41641981A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3C-46C6-925C-BAC4164198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B244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Sebelum (Manual)</c:v>
                </c:pt>
                <c:pt idx="1">
                  <c:v>Sesudah (Go Backend)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240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3C-46C6-925C-BAC4164198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532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 •  SISTEM INFORMASI  •  IPI GARUT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Rancang Bangun Platform Sistem Evaluasi Pelaporan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</a:t>
            </a:r>
            <a:r>
              <a:rPr lang="en-US" sz="1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Guna Optimalisasi Layanan Publik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Dinas Kependudukan dan Pencatatan Sipil Kabupaten Garut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89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Firman Firdaus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NIM. 24.57.2014012  |  Program Studi Sistem Informasi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Pembimbing I: Yopi Nugraha, M.Kom.   |   Pembimbing II: Rd. Muhammad Sopian Pratama, M.Ds., M.Kom.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Sidang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391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Rumusan Masalah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783080" y="258775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masalah dan urgensi penelitian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8745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8F1F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0391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223760" y="2057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Tujuan, Batasan &amp; Metode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223760" y="258775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sebagai kerangka kerja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4787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8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1246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37307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Design Thinking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783080" y="426110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 → Define → Ideate → Prototype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54787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8F1F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71246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23760" y="37307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Sistem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223760" y="426110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Arsitektur, tampilan, dan teknologi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21224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8F1F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8581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783080" y="540410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&amp; Hasil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783080" y="5934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Black-Box, dan performa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5221224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8F1F5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38581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223760" y="540410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23760" y="5934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penelitian dan rekomendasi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—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Masalah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digital sektor publik </a:t>
            </a: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agenda utama tata kelola pemerintahan yang transparan dan akuntabel. Namun, evaluasi pelaporan aktivitas harian pegawai di </a:t>
            </a: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Disdukcapil Kabupaten Garut</a:t>
            </a: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masih dilakukan secara manual — rawan human error dan sulit dipantau secara objektif.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760720" cy="2148840"/>
          </a:xfrm>
          <a:prstGeom prst="roundRect">
            <a:avLst>
              <a:gd name="adj" fmla="val 3404"/>
            </a:avLst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Inti di Lapangan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manual via Excel &amp; Notepad, belum terintegrasi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duplikat (duplicate operator) &amp; salah rekam sulit dideteksi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kinerja pelaporan belum otomatis &amp; terukur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kesulitan memonitor kinerja secara real-time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73736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E8F1F5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847088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869680" y="1847088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Pegawai terlibat dalam proses pelaporan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32004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E8F1F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310128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869680" y="3310128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biometrik diproses per hari (Bidang PIAK)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46634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E8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4773168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3.783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69680" y="4773168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rekaman anomali dalam 6 bulan terakhir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6172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wawancara Administrator Database Disdukcapil Kab. Garut,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—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225856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merancang platform evaluasi pelaporan yang mencakup pelaporan aktivitas harian, deteksi duplikat, salah rekam, dan pengajuan bulanan secara terintegrasi?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661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83080" y="372160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mengimplementasikan evaluasi pelaporan secara otomatis dan terukur menggunakan pendekatan rules-based scoring engine?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Penerimaan Pengguna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518464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tingkat penerimaan pengguna terhadap platform berdasarkan Black-Box Testing dan evaluasi usability?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—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dan Batasan Penelitian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B24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&amp; membangun platform evaluasi pelaporan terintegrasi</a:t>
            </a:r>
            <a:endParaRPr lang="en-US" sz="14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rules-based scoring engine otomatis</a:t>
            </a:r>
            <a:endParaRPr lang="en-US" sz="145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fungsionalitas (Black-Box) &amp; tingkat penerimaan pengguna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MASALAH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 15, backend Go (Gin), database Supabase (PostgreSQL)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pengembangan: Design Thinking (Empathize–Define–Ideate–Prototype–Test)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fitur: aktivitas SIAK, anomali data, pengajuan bulanan, evaluasi otomatis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— METODE PENELITIAN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Design Thinking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tahapan Stanford d.school digunakan sebagai kerangka rancang bangun sistem, dari pemahaman kebutuhan hingga pengujian purwarupa.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B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Empathize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Observasi &amp; wawancara pengguna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3474720"/>
            <a:ext cx="30861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23210" y="2331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96037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B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60370" y="3017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60370" y="35661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kebutuhan sistem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89170" y="3474720"/>
            <a:ext cx="30861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97780" y="2331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523494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B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4940" y="3017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34940" y="35661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 prioritas fitur (MoSCoW)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63740" y="3474720"/>
            <a:ext cx="30861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2350" y="2331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50951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B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09510" y="3017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09510" y="35661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Wireframe, arsitektur &amp; implementasi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38310" y="3474720"/>
            <a:ext cx="30861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46920" y="2331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B2447"/>
          </a:solidFill>
          <a:ln/>
        </p:spPr>
      </p:sp>
      <p:sp>
        <p:nvSpPr>
          <p:cNvPr id="26" name="Text 24"/>
          <p:cNvSpPr/>
          <p:nvPr/>
        </p:nvSpPr>
        <p:spPr>
          <a:xfrm>
            <a:off x="978408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B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84080" y="30175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784080" y="35661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Black-Box, usability, &amp; performa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Design Thinking divalidasi bersama stakeholder (Kepala Dinas, Sekretariat, dan perwakilan staf) sebelum berlanjut ke tahap berikutnya, memastikan solusi berpusat pada kebutuhan nyata pengguna.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EMPATHIZE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Kondisi di Lapangan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Observasi langsung &amp; wawancara semi-struktural dengan Administrator Database Disdukcapil Kab. Garut mengungkap pola kerja manual yang berisiko dan tidak efisien.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Manual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harian dicatat via Microsoft Excel &amp; Notepad tanpa integrasi sistem.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8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3584448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4448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Tak Terdeteksi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39776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operator dan salah rekam ditemukan secara manual, rentan human error.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3056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8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91656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91656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Subjektif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39776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scoring otomatis; penilaian kinerja bergantung penuh pada supervisor.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70264" y="246888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8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198864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98864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Terlambat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98864" y="39776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Pimpinan tidak memiliki data real-time untuk pengambilan keputusan cepat.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DEFINE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Kebutuhan Sistem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B24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mengotomatisasi rekapitulasi, mendeteksi anomali data, dan menerapkan scoring kinerja yang objektif &amp; real-time bagi petugas perekaman Disdukcapil Garut?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E8F1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Fungsional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49377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Rekapitulasi anomali data terintegrasi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monitoring harian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otomatis data duplikat &amp; salah rekam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scoring engine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email otomatis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laporan Excel/PDF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(Admin, Kabid, Operator)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88036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E8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3063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Non-Fungsional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474720"/>
            <a:ext cx="49377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compatibility (akses lintas perangkat)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API &lt; 200 ms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minimal 99,5% saat jam kerja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HTTPS/TLS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berbasis JWT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Skalabel untuk penambahan pengguna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konsisten sesuai prinsip UX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IDEATE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 Fitur — Metode MoSCoW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dari sesi brainstorming &amp; affinity diagram diprioritaskan berdasarkan urgensi masalah, ketersediaan sumber daya, dan dampak terhadap pengguna.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 laporan digital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duplicate operator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scoring engine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5848" y="22402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2240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55848" y="283464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30175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email otomatis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laporan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user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22402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63056" y="2240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63056" y="283464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30175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grafik tren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lanjutan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70264" y="22402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5B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8970264" y="22402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70264" y="2834640"/>
            <a:ext cx="2606040" cy="2880360"/>
          </a:xfrm>
          <a:prstGeom prst="roundRect">
            <a:avLst>
              <a:gd name="adj" fmla="val 2105"/>
            </a:avLst>
          </a:prstGeom>
          <a:solidFill>
            <a:srgbClr val="E8F1F5"/>
          </a:solidFill>
          <a:ln/>
        </p:spPr>
      </p:sp>
      <p:sp>
        <p:nvSpPr>
          <p:cNvPr id="20" name="Text 18"/>
          <p:cNvSpPr/>
          <p:nvPr/>
        </p:nvSpPr>
        <p:spPr>
          <a:xfrm>
            <a:off x="9153144" y="30175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real-time SIAK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application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Sistem &amp; Teknologi</a:t>
            </a:r>
            <a:endParaRPr lang="en-US" sz="3200" dirty="0"/>
          </a:p>
        </p:txBody>
      </p:sp>
      <p:pic>
        <p:nvPicPr>
          <p:cNvPr id="4" name="Image 0" descr="/home/claude/docx_media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685800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72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4.8 — Diagram Arsitektur Sistem (dokumen skripsi)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635240" y="1691640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818120" y="1764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2039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Tailwind CSS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2587752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818120" y="2660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18120" y="29352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(Golang) + Gin Framework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35240" y="3483864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818120" y="3557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18120" y="38313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635240" y="4379976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818120" y="4453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18120" y="4727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635240" y="5276088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81812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Service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&amp; Implementasi Antarmuka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low-fidelity dirancang lebih dahulu sebelum implementasi visual final menggunakan Tailwind CSS.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6" name="Image 0" descr="/home/claude/docx_media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148840"/>
            <a:ext cx="324612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064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20116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9" name="Image 1" descr="/home/claude/docx_media/image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2148840"/>
            <a:ext cx="3246120" cy="3611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58064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Salah Rekam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46720" y="20116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12" name="Image 2" descr="/home/claude/docx_media/image1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3880" y="2148840"/>
            <a:ext cx="3246120" cy="3611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3880" y="58064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Duplikasi Operator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Fungsionalitas — Black-Box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test request dan 72 assertion dieksekusi otomatis via Newman (Postman CLI) terhadap 11 kategori fungsional API backend.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671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B2447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1671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B2447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1671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Modul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16712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1540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520440"/>
          <a:ext cx="110642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— PEMBAHASAN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Dampak: Efisiensi Proses Pelaporan Bulanan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6916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0B2447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995160" y="178308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200ms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052560" y="18288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efisiensi waktu pemrosesan laporan bulanan (dari proses manual menjadi real-time)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720840" y="33375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bisa terjadi?  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scoring engine di backend Go memproses dan menganalisis data secara otomatis, menggantikan alur manual yang rentan human error. Supervisor kini fokus pada analisis kualitatif &amp; keputusan strategis, bukan kalkulasi data manual.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2084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 dengan temuan Mergel et al. (2018) dan Mikulić &amp; Lisjak (2021) mengenai dampak digitalisasi rule-based terhadap efisiensi sektor publik.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 — PENUTUP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dan Saran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E8F1F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berhasil dirancang dengan arsitektur Next.js &amp; Go melalui metode Design Thinking, efektif menerjemahkan kebutuhan birokrasi ke fitur fungsional.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pemrosesan laporan bulanan meningkat real-time (&lt; 200ms per request) dan eliminasi kesalahan kalkulasi manual.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stabil (respons 125–180ms).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0B244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PENGEMBANGAN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API langsung dengan sistem nasional (SIAK/SIKD) untuk memperluas otomatisasi pelaporan.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SOP formal penggunaan &amp; pemeliharaan platform untuk keberlanjutan implementasi.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enkripsi end-to-end pada seluruh lajur data untuk melindungi data kependudukan sensitif.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Skripsi — Firman Firdaus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603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Mohon arahan, koreksi, dan masukan dari Bapak/Ibu Penguji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Firman Firdaus  •  NIM. 24.57.2014012  •  Program Studi Sistem Informasi, IPI Garut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1209</Words>
  <Application>Microsoft Office PowerPoint</Application>
  <PresentationFormat>Widescreen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Firman Firdaus</cp:lastModifiedBy>
  <cp:revision>3</cp:revision>
  <dcterms:created xsi:type="dcterms:W3CDTF">2026-07-26T15:02:24Z</dcterms:created>
  <dcterms:modified xsi:type="dcterms:W3CDTF">2026-07-28T12:45:22Z</dcterms:modified>
</cp:coreProperties>
</file>